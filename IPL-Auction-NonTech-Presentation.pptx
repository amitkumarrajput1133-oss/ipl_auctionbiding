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SYNTAX TERROR  •  B.TECH CSE (IOT &amp; BLOCKCHAIN)  •  5TH SEMESTER 2025-26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🏏 Real-Time Concurrent IPL Auction System</a:t>
            </a:r>
          </a:p>
          <a:p>
            <a:pPr>
              <a:defRPr sz="1600">
                <a:solidFill>
                  <a:srgbClr val="38BDF8"/>
                </a:solidFill>
                <a:latin typeface="Segoe UI"/>
              </a:defRPr>
            </a:pPr>
            <a:r>
              <a:t>A Multi-Franchise Digital Bidding Arena with Guaranteed Concurrency &amp; Financial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1965960" cy="25603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MEMBER 1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Srijan Srivastava</a:t>
            </a:r>
          </a:p>
          <a:p>
            <a:pPr algn="ctr"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Roll: 1240440037</a:t>
            </a:r>
          </a:p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Project Leader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Core Auction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8376" y="3291840"/>
            <a:ext cx="1965960" cy="25603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MEMBER 2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Amit Kumar Rajput</a:t>
            </a:r>
          </a:p>
          <a:p>
            <a:pPr algn="ctr"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Roll: 1240440008</a:t>
            </a:r>
          </a:p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Security Specialist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Identity &amp;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3291840"/>
            <a:ext cx="1965960" cy="25603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MEMBER 3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Anshika</a:t>
            </a:r>
          </a:p>
          <a:p>
            <a:pPr algn="ctr"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Roll: 1240440012</a:t>
            </a:r>
          </a:p>
          <a:p>
            <a:pPr algn="ctr">
              <a:defRPr sz="1100" b="1">
                <a:solidFill>
                  <a:srgbClr val="38BDF8"/>
                </a:solidFill>
              </a:defRPr>
            </a:pPr>
            <a:r>
              <a:t>Treasury Specialist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Budgets &amp;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96328" y="3291840"/>
            <a:ext cx="1965960" cy="25603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MEMBER 4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Akhilesh Kumar Pal</a:t>
            </a:r>
          </a:p>
          <a:p>
            <a:pPr algn="ctr"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Roll: 1240440006</a:t>
            </a:r>
          </a:p>
          <a:p>
            <a:pPr algn="ctr">
              <a:defRPr sz="1100" b="1">
                <a:solidFill>
                  <a:srgbClr val="38BDF8"/>
                </a:solidFill>
              </a:defRPr>
            </a:pPr>
            <a:r>
              <a:t>UI/UX Designer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War Room 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0304" y="3291840"/>
            <a:ext cx="1965960" cy="25603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MEMBER 5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Suryansh Sahu</a:t>
            </a:r>
          </a:p>
          <a:p>
            <a:pPr algn="ctr"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Roll: 1240440039</a:t>
            </a:r>
          </a:p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Live Sync Lead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WebSockets &amp;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Real-World Dilemma: When Crores Collide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Srijan</a:t>
            </a:r>
            <a:br/>
            <a:r>
              <a:t>Slide 2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[REAL WORLD] The Auction Room Challenge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⚡ Split-Second Clashes: Multiple teams raise paddles at the exact same millisecond.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💸 Huge Stakes: Franchise purses exceed ₹100 Crore. A single lag ruins an entire season.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📡 10 Distributed Screens: All team tables must see the exact same price at all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[THE RISK] What Fails in Ordinary Apps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❌ Colliding Bids: Two teams awarded the player at the exact same valuation.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❌ Wallet Desync: A team's budget updates on one laptop but stays stale on the big screen.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❌ The 'F5 Trap': Having to refresh the webpage causes owners to miss the 15-second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[THE FIX] Our Solution: Digital Referee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🎯 Single-Queue Referee: Concurrent bids are lined up in microsecond order. Only 1 bid wins.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🔒 Mathematical Safety: Purses update instantly with zero math or currency errors.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⚡ &lt; 50ms Broadcast: All 10 screens update in real time with zero manual refreshing.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How the Auction Hall Works Behind the Scenes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Srijan</a:t>
            </a:r>
            <a:br/>
            <a:r>
              <a:t>Slide 3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[LAYER 1] Layer 1: War Rooms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Role: What Owners See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Cockpit themed with franchise colors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1-Click quick paddles (+₹20L, +₹50L, +₹1Cr)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Live purse fuel gauge and active 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4688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[LAYER 2] Layer 2: Digital Referee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Role: The Core Engine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Inspects every incoming bid in microseconds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Validates budget caps and auction rules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Resolves race conditions between competing bids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4688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[LAYER 3] Layer 3: Broadcast Tower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Role: Instant Sync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Pushes updates to all 10 laptops in &lt; 50ms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Broadcasts live countdown timer to all screens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Powers the real-time Orbit Arena visuals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45920"/>
            <a:ext cx="24688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[LAYER 4] Layer 4: Permanent Vault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Role: Audit &amp; Security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Encrypted player contracts and team purse ledgers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Permanent audit trail for every hammer-down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Zero possibility of post-auction tampering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SECURITY &amp; FAIR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Digital Passports: Preventing Impersonation &amp; Cheating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Amit</a:t>
            </a:r>
            <a:br/>
            <a:r>
              <a:t>Slide 4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[IDENTITY SHIELD] Tamper-Proof Digital Passports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🔑 Encrypted Login Badges: Every franchise receives a cryptographic badge on login.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🛡️ Verified Paddle Ownership: Before a bid registers, the system verifies the team's identity.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🚫 Zero Cross-Team Bidding: Chennai cannot bid with Mumbai's money; Kolkata cannot touch Bangalore's paddle.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🔒 Protected Arena: Unauthorized spectators cannot join or disturb the live auction 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[TWO TIERS] Strict Role Separation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⚖️ BCCI Auctioneer Desk (Admin):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Introduces new cricketers to the center stage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Controls the countdown clock (Hold, Start, Pause)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Declares 'Sold' with Hammer Down or marks 'Unsold'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🏏 Franchise War Rooms (Owners):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Pure bidding interface restricted strictly to own team funds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Complete view of live rival actions and purse levels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AUCTION RULES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Rulebook: Mathematical Guardrails &amp; Budget Caps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Anshika</a:t>
            </a:r>
            <a:br/>
            <a:r>
              <a:t>Slide 5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[RULE #1] Rule 1: Hard Purse Limit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Every team begins with a strict purse (e.g. ₹100 Crore).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If remaining purse is ₹12 Cr, a bid of ₹13 Cr is physically blocked.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Zero overdraft risk — budgets are protected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[RULE #2] Rule 2: Anti-Self Bidding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A franchise holding the top bid cannot bid against itself.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Stops accidental double-clicks or artificial price inflation.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Another franchise must raise a paddle before you can bid 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[RULE #3] Rule 3: Price Progression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Opening bid must meet or exceed the player's base price.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Each subsequent bid must strictly increase the active valuation.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Standardized increment brackets eliminate confusion.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[RULE #4] Rule 4: Irreversible Gavel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Once the auctioneer hits 'Hammer Down', the sale is locked.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Funds are permanently deducted from the buying team's purse.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Player roster assignment is final and auditable.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AUCTION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Player Lifecycle: From Draft to Final Hammer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Anshika</a:t>
            </a:r>
            <a:br/>
            <a:r>
              <a:t>Slide 6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[PHASE 1] STAGE 1: WAITING (ON HOLD)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Cricketer is brought to the stage for introduction.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Timer is still and locked at 15.00s.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Bidding paddles are disabled to prevent premature clicks.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[PHASE 2] STAGE 2: LIVE BIDDING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Auctioneer clicks 'START TIMER' to begin the lot.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15-second clock turns green and counts down.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Franchises actively bid; each bid resets clock to 15s.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[PHASE 3] STAGE 3: SOLD / UNSOLD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SOLD: Auctioneer hammers down ➔ Team purse deducted.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UNSOLD: Clock expires with no bids ➔ Returned to pool.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• Lot is finalized; system advances cleanly to next 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WAR ROOM EXPERIENCE &amp;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Franchise Cockpit &amp; Zero-Refresh Broadcasting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Akhilesh &amp; Suryansh</a:t>
            </a:r>
            <a:br/>
            <a:r>
              <a:t>Slide 7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[UI / UX LEAD] Franchise Cockpit (Akhilesh)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🎨 Franchise-Themed Immersion: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CSK turns yellow with lion badge, MI turns blue, KKR purple.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⚡ 1-Click Tactical Bidding Paddles: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+₹20 Lakhs | +₹50 Lakhs | +₹1 Crore instant clicks.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Eliminates typing errors during high-pressure 15s rounds.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🔋 Purse Containment Fuel Gauge: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Shows live remaining budget in Crores at all times.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🛰️ Orbit Arena Visualization: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10 team logos orbit the player; active bidder pulses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[LIVE SYNC LEAD] Live Push Sync &amp; Timer (Suryansh)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⚡ Zero-Refresh Technology: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No owner ever touches 'F5' or refresh buttons.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Price updates push to all 10 laptops in &lt; 50 milliseconds.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⏱️ The Controlled Auctioneer Timer: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Player lots load on 'ON HOLD' (stays still at 15.00s).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Auctioneer introduces player, then clicks 'START TIMER'.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Ticking is synchronized live across all screens simultaneously.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  • Every new bid resets timer back to 15s for counter-bids.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LIVE DEMO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Live Demonstration &amp; System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02920"/>
            <a:ext cx="2651760" cy="6400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🎤 SPEAKER: Suryansh</a:t>
            </a:r>
            <a:br/>
            <a:r>
              <a:t>Slide 8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[DEMO PLAN] Live Demonstration Steps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1️⃣ Host Setup: Open Screen 1 (Auctioneer) &amp; Screen 2 (CSK Owner).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2️⃣ Still Timer: Point out timer is frozen at 15.00s on 'ON HOLD'.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3️⃣ Start Lot: Auctioneer clicks 'START TIMER' ➔ Clock turns green on both laptops.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4️⃣ Raise Bid: CSK clicks '+₹20 Lakhs' ➔ Valuation jumps and timer resets.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5️⃣ Final Call: Auctioneer calls 'Going once, twice...' ➔ Clicks 'HAMMER DOWN'!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6️⃣ Celebration: Player marked SOLD to CSK, confetti fires, purse deducts.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[SUMMARY] Key Project Takeaways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🏆 Zero Concurrency Conflicts: Microsecond resolution ensures bids never collide.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🛡️ Total Financial Integrity: Hard purse caps make budget overdrafts impossible.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⚡ Millisecond-Grade Speed: &lt; 50ms updates deliver a real-world broadcast experience.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🎯 True Multi-Franchise War Room: Built for high-pressure decisions with 1-click controls.</a:t>
            </a: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✨ Thank you, judges! We now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